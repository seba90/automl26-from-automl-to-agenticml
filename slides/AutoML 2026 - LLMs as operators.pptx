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y="5143500" cx="9144000"/>
  <p:notesSz cx="6858000" cy="9144000"/>
  <p:embeddedFontLst>
    <p:embeddedFont>
      <p:font typeface="Inter"/>
      <p:bold r:id="rId42"/>
      <p:boldItalic r:id="rId43"/>
    </p:embeddedFont>
    <p:embeddedFont>
      <p:font typeface="Helvetica Neue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font" Target="fonts/Inter-bold.fntdata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font" Target="fonts/HelveticaNeue-regular.fntdata"/><Relationship Id="rId21" Type="http://schemas.openxmlformats.org/officeDocument/2006/relationships/slide" Target="slides/slide14.xml"/><Relationship Id="rId43" Type="http://schemas.openxmlformats.org/officeDocument/2006/relationships/font" Target="fonts/Inter-boldItalic.fntdata"/><Relationship Id="rId24" Type="http://schemas.openxmlformats.org/officeDocument/2006/relationships/slide" Target="slides/slide17.xml"/><Relationship Id="rId46" Type="http://schemas.openxmlformats.org/officeDocument/2006/relationships/font" Target="fonts/HelveticaNeue-italic.fntdata"/><Relationship Id="rId23" Type="http://schemas.openxmlformats.org/officeDocument/2006/relationships/slide" Target="slides/slide16.xml"/><Relationship Id="rId45" Type="http://schemas.openxmlformats.org/officeDocument/2006/relationships/font" Target="fonts/HelveticaNeue-bold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schemas.openxmlformats.org/officeDocument/2006/relationships/font" Target="fonts/HelveticaNeue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7693840b82d87107_4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h7693840b82d87107_4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h7693840b82d87107_4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13b320751bc5ee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13b320751bc5ee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4759caab12dbb9f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h4759caab12dbb9fd_2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4759caab12dbb9fd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h4759caab12dbb9fd_2_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4759caab12dbb9fd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h4759caab12dbb9fd_2_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4759caab12dbb9fd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h4759caab12dbb9fd_2_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4759caab12dbb9fd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h4759caab12dbb9fd_2_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4759caab12dbb9fd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h4759caab12dbb9fd_2_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4759caab12dbb9fd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h4759caab12dbb9fd_2_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4759caab12dbb9fd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4759caab12dbb9fd_2_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4759caab12dbb9fd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h4759caab12dbb9fd_2_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4759caab12dbb9fd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h4759caab12dbb9fd_2_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4759caab12dbb9fd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h4759caab12dbb9fd_2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4759caab12dbb9fd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h4759caab12dbb9fd_2_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4759caab12dbb9fd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h4759caab12dbb9fd_2_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4759caab12dbb9fd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h4759caab12dbb9fd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4759caab12dbb9fd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h4759caab12dbb9fd_2_1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4759caab12dbb9fd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h4759caab12dbb9fd_2_1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4759caab12dbb9fd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h4759caab12dbb9fd_2_1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4759caab12dbb9fd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h4759caab12dbb9fd_2_1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4759caab12dbb9fd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h4759caab12dbb9fd_2_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h4759caab12dbb9fd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h4759caab12dbb9fd_2_1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4759caab12dbb9fd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4759caab12dbb9fd_2_1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h4759caab12dbb9fd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h4759caab12dbb9fd_2_1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4759caab12dbb9fd_2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h4759caab12dbb9fd_2_1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4759caab12dbb9fd_2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h4759caab12dbb9fd_2_1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h4759caab12dbb9fd_2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h4759caab12dbb9fd_2_1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h4759caab12dbb9fd_2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h4759caab12dbb9fd_2_2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4759caab12dbb9fd_2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h4759caab12dbb9fd_2_2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4759caab12dbb9fd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h4759caab12dbb9fd_2_2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h4759caab12dbb9fd_2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h4759caab12dbb9fd_2_2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4759caab12dbb9fd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h4759caab12dbb9fd_2_2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h5bef373bda9cfad9_5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h5bef373bda9cfad9_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7" Type="http://schemas.openxmlformats.org/officeDocument/2006/relationships/image" Target="../media/image33.png"/><Relationship Id="rId8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Relationship Id="rId4" Type="http://schemas.openxmlformats.org/officeDocument/2006/relationships/image" Target="../media/image42.png"/><Relationship Id="rId5" Type="http://schemas.openxmlformats.org/officeDocument/2006/relationships/image" Target="../media/image45.png"/><Relationship Id="rId6" Type="http://schemas.openxmlformats.org/officeDocument/2006/relationships/image" Target="../media/image47.png"/><Relationship Id="rId7" Type="http://schemas.openxmlformats.org/officeDocument/2006/relationships/image" Target="../media/image46.png"/><Relationship Id="rId8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2.png"/><Relationship Id="rId6" Type="http://schemas.openxmlformats.org/officeDocument/2006/relationships/image" Target="../media/image51.png"/><Relationship Id="rId7" Type="http://schemas.openxmlformats.org/officeDocument/2006/relationships/image" Target="../media/image54.png"/><Relationship Id="rId8" Type="http://schemas.openxmlformats.org/officeDocument/2006/relationships/image" Target="../media/image5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34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Relationship Id="rId5" Type="http://schemas.openxmlformats.org/officeDocument/2006/relationships/image" Target="../media/image61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7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0.png"/><Relationship Id="rId4" Type="http://schemas.openxmlformats.org/officeDocument/2006/relationships/image" Target="../media/image68.png"/><Relationship Id="rId5" Type="http://schemas.openxmlformats.org/officeDocument/2006/relationships/image" Target="../media/image74.png"/><Relationship Id="rId6" Type="http://schemas.openxmlformats.org/officeDocument/2006/relationships/image" Target="../media/image69.png"/><Relationship Id="rId7" Type="http://schemas.openxmlformats.org/officeDocument/2006/relationships/image" Target="../media/image71.png"/><Relationship Id="rId8" Type="http://schemas.openxmlformats.org/officeDocument/2006/relationships/image" Target="../media/image7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2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34.png"/><Relationship Id="rId7" Type="http://schemas.openxmlformats.org/officeDocument/2006/relationships/image" Target="../media/image85.png"/><Relationship Id="rId8" Type="http://schemas.openxmlformats.org/officeDocument/2006/relationships/image" Target="../media/image8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6.png"/><Relationship Id="rId4" Type="http://schemas.openxmlformats.org/officeDocument/2006/relationships/image" Target="../media/image88.png"/><Relationship Id="rId5" Type="http://schemas.openxmlformats.org/officeDocument/2006/relationships/image" Target="../media/image8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8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3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2.png"/><Relationship Id="rId4" Type="http://schemas.openxmlformats.org/officeDocument/2006/relationships/image" Target="../media/image94.png"/><Relationship Id="rId5" Type="http://schemas.openxmlformats.org/officeDocument/2006/relationships/image" Target="../media/image97.png"/><Relationship Id="rId6" Type="http://schemas.openxmlformats.org/officeDocument/2006/relationships/image" Target="../media/image96.png"/><Relationship Id="rId7" Type="http://schemas.openxmlformats.org/officeDocument/2006/relationships/image" Target="../media/image95.png"/><Relationship Id="rId8" Type="http://schemas.openxmlformats.org/officeDocument/2006/relationships/image" Target="../media/image9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8.png"/><Relationship Id="rId4" Type="http://schemas.openxmlformats.org/officeDocument/2006/relationships/image" Target="../media/image101.png"/><Relationship Id="rId5" Type="http://schemas.openxmlformats.org/officeDocument/2006/relationships/image" Target="../media/image100.png"/><Relationship Id="rId6" Type="http://schemas.openxmlformats.org/officeDocument/2006/relationships/image" Target="../media/image103.png"/><Relationship Id="rId7" Type="http://schemas.openxmlformats.org/officeDocument/2006/relationships/image" Target="../media/image102.png"/><Relationship Id="rId8" Type="http://schemas.openxmlformats.org/officeDocument/2006/relationships/image" Target="../media/image10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7.png"/><Relationship Id="rId4" Type="http://schemas.openxmlformats.org/officeDocument/2006/relationships/image" Target="../media/image106.png"/><Relationship Id="rId5" Type="http://schemas.openxmlformats.org/officeDocument/2006/relationships/image" Target="../media/image105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1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0.png"/><Relationship Id="rId4" Type="http://schemas.openxmlformats.org/officeDocument/2006/relationships/image" Target="../media/image112.png"/><Relationship Id="rId5" Type="http://schemas.openxmlformats.org/officeDocument/2006/relationships/image" Target="../media/image114.png"/><Relationship Id="rId6" Type="http://schemas.openxmlformats.org/officeDocument/2006/relationships/image" Target="../media/image113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9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20.png"/><Relationship Id="rId7" Type="http://schemas.openxmlformats.org/officeDocument/2006/relationships/image" Target="../media/image124.png"/><Relationship Id="rId8" Type="http://schemas.openxmlformats.org/officeDocument/2006/relationships/image" Target="../media/image1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2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3.png"/><Relationship Id="rId4" Type="http://schemas.openxmlformats.org/officeDocument/2006/relationships/image" Target="../media/image126.png"/><Relationship Id="rId5" Type="http://schemas.openxmlformats.org/officeDocument/2006/relationships/image" Target="../media/image125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9.png"/><Relationship Id="rId4" Type="http://schemas.openxmlformats.org/officeDocument/2006/relationships/image" Target="../media/image131.png"/><Relationship Id="rId5" Type="http://schemas.openxmlformats.org/officeDocument/2006/relationships/image" Target="../media/image135.png"/><Relationship Id="rId6" Type="http://schemas.openxmlformats.org/officeDocument/2006/relationships/image" Target="../media/image134.png"/><Relationship Id="rId7" Type="http://schemas.openxmlformats.org/officeDocument/2006/relationships/image" Target="../media/image132.png"/><Relationship Id="rId8" Type="http://schemas.openxmlformats.org/officeDocument/2006/relationships/image" Target="../media/image1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6.png"/><Relationship Id="rId4" Type="http://schemas.openxmlformats.org/officeDocument/2006/relationships/image" Target="../media/image137.png"/><Relationship Id="rId5" Type="http://schemas.openxmlformats.org/officeDocument/2006/relationships/image" Target="../media/image139.png"/><Relationship Id="rId6" Type="http://schemas.openxmlformats.org/officeDocument/2006/relationships/image" Target="../media/image138.png"/><Relationship Id="rId7" Type="http://schemas.openxmlformats.org/officeDocument/2006/relationships/image" Target="../media/image140.png"/><Relationship Id="rId8" Type="http://schemas.openxmlformats.org/officeDocument/2006/relationships/image" Target="../media/image14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144.png"/><Relationship Id="rId7" Type="http://schemas.openxmlformats.org/officeDocument/2006/relationships/image" Target="../media/image145.png"/><Relationship Id="rId8" Type="http://schemas.openxmlformats.org/officeDocument/2006/relationships/image" Target="../media/image14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7.png"/><Relationship Id="rId4" Type="http://schemas.openxmlformats.org/officeDocument/2006/relationships/image" Target="../media/image150.png"/><Relationship Id="rId5" Type="http://schemas.openxmlformats.org/officeDocument/2006/relationships/image" Target="../media/image148.png"/><Relationship Id="rId6" Type="http://schemas.openxmlformats.org/officeDocument/2006/relationships/image" Target="../media/image152.png"/><Relationship Id="rId7" Type="http://schemas.openxmlformats.org/officeDocument/2006/relationships/image" Target="../media/image151.png"/><Relationship Id="rId8" Type="http://schemas.openxmlformats.org/officeDocument/2006/relationships/image" Target="../media/image15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3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57.png"/><Relationship Id="rId7" Type="http://schemas.openxmlformats.org/officeDocument/2006/relationships/image" Target="../media/image158.png"/><Relationship Id="rId8" Type="http://schemas.openxmlformats.org/officeDocument/2006/relationships/image" Target="../media/image15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0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166.png"/><Relationship Id="rId7" Type="http://schemas.openxmlformats.org/officeDocument/2006/relationships/image" Target="../media/image168.png"/><Relationship Id="rId8" Type="http://schemas.openxmlformats.org/officeDocument/2006/relationships/image" Target="../media/image16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image" Target="../media/image1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17"/>
          <p:cNvCxnSpPr/>
          <p:nvPr/>
        </p:nvCxnSpPr>
        <p:spPr>
          <a:xfrm>
            <a:off x="428625" y="476250"/>
            <a:ext cx="82869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17"/>
          <p:cNvSpPr txBox="1"/>
          <p:nvPr/>
        </p:nvSpPr>
        <p:spPr>
          <a:xfrm>
            <a:off x="428625" y="266700"/>
            <a:ext cx="8286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55555"/>
                </a:solidFill>
                <a:latin typeface="Courier New"/>
                <a:ea typeface="Courier New"/>
                <a:cs typeface="Courier New"/>
                <a:sym typeface="Courier New"/>
              </a:rPr>
              <a:t>AUTOML 2026 · RESEARCH PRESENTATION TEADS</a:t>
            </a:r>
            <a:endParaRPr sz="1000">
              <a:solidFill>
                <a:srgbClr val="55555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" name="Google Shape;60;p17"/>
          <p:cNvSpPr txBox="1"/>
          <p:nvPr>
            <p:ph type="ctrTitle"/>
          </p:nvPr>
        </p:nvSpPr>
        <p:spPr>
          <a:xfrm>
            <a:off x="428625" y="1238250"/>
            <a:ext cx="82869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From AutoML to AgenticML:</a:t>
            </a:r>
            <a:endParaRPr b="1" sz="3800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1" lang="en" sz="340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LLMs as the New SearchOperator</a:t>
            </a:r>
            <a:endParaRPr b="0" i="1" sz="3400">
              <a:solidFill>
                <a:srgbClr val="22222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61" name="Google Shape;61;p17"/>
          <p:cNvCxnSpPr/>
          <p:nvPr/>
        </p:nvCxnSpPr>
        <p:spPr>
          <a:xfrm>
            <a:off x="428625" y="3333750"/>
            <a:ext cx="82869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7"/>
          <p:cNvSpPr txBox="1"/>
          <p:nvPr>
            <p:ph idx="1" type="subTitle"/>
          </p:nvPr>
        </p:nvSpPr>
        <p:spPr>
          <a:xfrm>
            <a:off x="428625" y="3619500"/>
            <a:ext cx="82869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AUTHORS</a:t>
            </a:r>
            <a:endParaRPr b="1" sz="1200">
              <a:solidFill>
                <a:srgbClr val="11111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Sebastian Koralewski, Teads</a:t>
            </a:r>
            <a:endParaRPr sz="13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Blaž Škrlj, Teads</a:t>
            </a:r>
            <a:endParaRPr sz="13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3" name="Google Shape;63;p17"/>
          <p:cNvCxnSpPr/>
          <p:nvPr/>
        </p:nvCxnSpPr>
        <p:spPr>
          <a:xfrm>
            <a:off x="428625" y="4667250"/>
            <a:ext cx="82869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7"/>
          <p:cNvSpPr txBox="1"/>
          <p:nvPr/>
        </p:nvSpPr>
        <p:spPr>
          <a:xfrm>
            <a:off x="2921700" y="2790425"/>
            <a:ext cx="330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AutoML tutorial: October 2026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skills/plugins/teads-design-system/assets/logos/Logo-Motif-Colored.png" id="70" name="Google Shape;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686" y="223114"/>
            <a:ext cx="227686" cy="20848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8"/>
          <p:cNvSpPr txBox="1"/>
          <p:nvPr/>
        </p:nvSpPr>
        <p:spPr>
          <a:xfrm>
            <a:off x="719633" y="548640"/>
            <a:ext cx="77038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42B"/>
              </a:buClr>
              <a:buSzPts val="3600"/>
              <a:buFont typeface="Helvetica Neue"/>
              <a:buNone/>
            </a:pPr>
            <a:r>
              <a:rPr b="1" i="0" lang="en" sz="3600" u="none" cap="none" strike="noStrike">
                <a:solidFill>
                  <a:srgbClr val="0C14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Today's </a:t>
            </a:r>
            <a:r>
              <a:rPr b="0" i="1" lang="en" sz="3600" u="none" cap="none" strike="noStrike">
                <a:solidFill>
                  <a:srgbClr val="0C142B"/>
                </a:solidFill>
                <a:latin typeface="Georgia"/>
                <a:ea typeface="Georgia"/>
                <a:cs typeface="Georgia"/>
                <a:sym typeface="Georgia"/>
              </a:rPr>
              <a:t>Agenda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8"/>
          <p:cNvSpPr/>
          <p:nvPr/>
        </p:nvSpPr>
        <p:spPr>
          <a:xfrm>
            <a:off x="719633" y="1463040"/>
            <a:ext cx="3703320" cy="3017520"/>
          </a:xfrm>
          <a:prstGeom prst="roundRect">
            <a:avLst>
              <a:gd fmla="val 5455" name="adj"/>
            </a:avLst>
          </a:prstGeom>
          <a:solidFill>
            <a:srgbClr val="F0F7FE"/>
          </a:solidFill>
          <a:ln cap="flat" cmpd="sng" w="9525">
            <a:solidFill>
              <a:srgbClr val="F0F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920801" y="1664208"/>
            <a:ext cx="3300984" cy="19202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heory.png" id="74" name="Google Shape;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2830" y="1732788"/>
            <a:ext cx="1876926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8"/>
          <p:cNvSpPr txBox="1"/>
          <p:nvPr/>
        </p:nvSpPr>
        <p:spPr>
          <a:xfrm>
            <a:off x="993953" y="371246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00BF"/>
              </a:buClr>
              <a:buSzPts val="1200"/>
              <a:buFont typeface="Helvetica Neue"/>
              <a:buNone/>
            </a:pPr>
            <a:r>
              <a:rPr b="1" i="0" lang="en" sz="1200" u="none" cap="none" strike="noStrike">
                <a:solidFill>
                  <a:srgbClr val="3300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8"/>
          <p:cNvSpPr txBox="1"/>
          <p:nvPr/>
        </p:nvSpPr>
        <p:spPr>
          <a:xfrm>
            <a:off x="993953" y="39319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42B"/>
              </a:buClr>
              <a:buSzPts val="2600"/>
              <a:buFont typeface="Helvetica Neue"/>
              <a:buNone/>
            </a:pPr>
            <a:r>
              <a:rPr b="1" i="0" lang="en" sz="2600" u="none" cap="none" strike="noStrike">
                <a:solidFill>
                  <a:srgbClr val="0C14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8"/>
          <p:cNvSpPr/>
          <p:nvPr/>
        </p:nvSpPr>
        <p:spPr>
          <a:xfrm>
            <a:off x="4720133" y="1463040"/>
            <a:ext cx="3703320" cy="3017520"/>
          </a:xfrm>
          <a:prstGeom prst="roundRect">
            <a:avLst>
              <a:gd fmla="val 5455" name="adj"/>
            </a:avLst>
          </a:prstGeom>
          <a:solidFill>
            <a:srgbClr val="F0F7FE"/>
          </a:solidFill>
          <a:ln cap="flat" cmpd="sng" w="9525">
            <a:solidFill>
              <a:srgbClr val="F0F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"/>
          <p:cNvSpPr/>
          <p:nvPr/>
        </p:nvSpPr>
        <p:spPr>
          <a:xfrm>
            <a:off x="4921301" y="1664208"/>
            <a:ext cx="3300984" cy="192024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ands.png" id="79" name="Google Shape;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3330" y="1732788"/>
            <a:ext cx="1876926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8"/>
          <p:cNvSpPr txBox="1"/>
          <p:nvPr/>
        </p:nvSpPr>
        <p:spPr>
          <a:xfrm>
            <a:off x="4994453" y="371246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2CB7"/>
              </a:buClr>
              <a:buSzPts val="1200"/>
              <a:buFont typeface="Helvetica Neue"/>
              <a:buNone/>
            </a:pPr>
            <a:r>
              <a:rPr b="1" i="0" lang="en" sz="1200" u="none" cap="none" strike="noStrike">
                <a:solidFill>
                  <a:srgbClr val="6F2CB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8"/>
          <p:cNvSpPr txBox="1"/>
          <p:nvPr/>
        </p:nvSpPr>
        <p:spPr>
          <a:xfrm>
            <a:off x="4994453" y="39319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142B"/>
              </a:buClr>
              <a:buSzPts val="2600"/>
              <a:buFont typeface="Helvetica Neue"/>
              <a:buNone/>
            </a:pPr>
            <a:r>
              <a:rPr b="1" i="0" lang="en" sz="2600" u="none" cap="none" strike="noStrike">
                <a:solidFill>
                  <a:srgbClr val="0C14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Hands-On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8"/>
          <p:cNvSpPr txBox="1"/>
          <p:nvPr/>
        </p:nvSpPr>
        <p:spPr>
          <a:xfrm>
            <a:off x="124358" y="4690872"/>
            <a:ext cx="406908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8892"/>
              </a:buClr>
              <a:buSzPts val="600"/>
              <a:buFont typeface="Helvetica Neue"/>
              <a:buNone/>
            </a:pPr>
            <a:r>
              <a:rPr b="0" i="0" lang="en" sz="600" u="none" cap="none" strike="noStrike">
                <a:solidFill>
                  <a:srgbClr val="85889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/>
        </p:nvSpPr>
        <p:spPr>
          <a:xfrm>
            <a:off x="152400" y="4559000"/>
            <a:ext cx="517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Screen taken Oct 1st, 8.20AM CEST, 2026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8" name="Google Shape;8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9300"/>
            <a:ext cx="8839204" cy="3914628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8475" y="0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6475" y="0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8475" y="2562225"/>
            <a:ext cx="3067050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6475" y="2562225"/>
            <a:ext cx="305752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 txBox="1"/>
          <p:nvPr/>
        </p:nvSpPr>
        <p:spPr>
          <a:xfrm>
            <a:off x="476250" y="36195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A0–A4 FRAMEWORK • HANDS-ON SPRINT</a:t>
            </a:r>
            <a:endParaRPr b="1"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50"/>
          <p:cNvSpPr txBox="1"/>
          <p:nvPr/>
        </p:nvSpPr>
        <p:spPr>
          <a:xfrm>
            <a:off x="476250" y="590550"/>
            <a:ext cx="8191500" cy="32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25"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rPr>
              <a:t>The AgenticML Sprint: </a:t>
            </a:r>
            <a:r>
              <a:rPr b="0" i="1" lang="en" sz="2125">
                <a:solidFill>
                  <a:srgbClr val="444444"/>
                </a:solidFill>
                <a:latin typeface="Georgia"/>
                <a:ea typeface="Georgia"/>
                <a:cs typeface="Georgia"/>
                <a:sym typeface="Georgia"/>
              </a:rPr>
              <a:t>Hands-On with the A0-A4 Framework</a:t>
            </a:r>
            <a:endParaRPr b="1" sz="2125">
              <a:solidFill>
                <a:srgbClr val="11111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75" name="Google Shape;375;p50"/>
          <p:cNvCxnSpPr/>
          <p:nvPr/>
        </p:nvCxnSpPr>
        <p:spPr>
          <a:xfrm>
            <a:off x="476250" y="1123950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50"/>
          <p:cNvCxnSpPr/>
          <p:nvPr/>
        </p:nvCxnSpPr>
        <p:spPr>
          <a:xfrm>
            <a:off x="476250" y="4781550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77" name="Google Shape;377;p50"/>
          <p:cNvPicPr preferRelativeResize="0"/>
          <p:nvPr/>
        </p:nvPicPr>
        <p:blipFill rotWithShape="1">
          <a:blip r:embed="rId4">
            <a:alphaModFix/>
          </a:blip>
          <a:srcRect b="60" l="0" r="0" t="60"/>
          <a:stretch/>
        </p:blipFill>
        <p:spPr>
          <a:xfrm>
            <a:off x="476250" y="1409700"/>
            <a:ext cx="4857900" cy="3095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8" name="Google Shape;378;p50"/>
          <p:cNvPicPr preferRelativeResize="0"/>
          <p:nvPr/>
        </p:nvPicPr>
        <p:blipFill rotWithShape="1">
          <a:blip r:embed="rId5">
            <a:alphaModFix/>
          </a:blip>
          <a:srcRect b="30" l="0" r="0" t="20"/>
          <a:stretch/>
        </p:blipFill>
        <p:spPr>
          <a:xfrm>
            <a:off x="5905500" y="1257300"/>
            <a:ext cx="2667000" cy="34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per">
  <a:themeElements>
    <a:clrScheme name="Paper">
      <a:dk1>
        <a:srgbClr val="000000"/>
      </a:dk1>
      <a:lt1>
        <a:srgbClr val="FFFFFF"/>
      </a:lt1>
      <a:dk2>
        <a:srgbClr val="1F1F1F"/>
      </a:dk2>
      <a:lt2>
        <a:srgbClr val="F2F0EA"/>
      </a:lt2>
      <a:accent1>
        <a:srgbClr val="2166AC"/>
      </a:accent1>
      <a:accent2>
        <a:srgbClr val="B2182B"/>
      </a:accent2>
      <a:accent3>
        <a:srgbClr val="D98200"/>
      </a:accent3>
      <a:accent4>
        <a:srgbClr val="0E9594"/>
      </a:accent4>
      <a:accent5>
        <a:srgbClr val="37352F"/>
      </a:accent5>
      <a:accent6>
        <a:srgbClr val="7A776E"/>
      </a:accent6>
      <a:hlink>
        <a:srgbClr val="2166AC"/>
      </a:hlink>
      <a:folHlink>
        <a:srgbClr val="B2182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